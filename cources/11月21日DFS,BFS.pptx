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258" r:id="rId4"/>
    <p:sldId id="261" r:id="rId5"/>
    <p:sldId id="276" r:id="rId6"/>
    <p:sldId id="278" r:id="rId7"/>
    <p:sldId id="264" r:id="rId8"/>
    <p:sldId id="274" r:id="rId9"/>
    <p:sldId id="277" r:id="rId10"/>
    <p:sldId id="259" r:id="rId11"/>
    <p:sldId id="262" r:id="rId12"/>
    <p:sldId id="266" r:id="rId13"/>
    <p:sldId id="268" r:id="rId14"/>
    <p:sldId id="267" r:id="rId15"/>
    <p:sldId id="271" r:id="rId16"/>
    <p:sldId id="272" r:id="rId17"/>
    <p:sldId id="275" r:id="rId18"/>
    <p:sldId id="273" r:id="rId19"/>
    <p:sldId id="26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61643-5149-4236-BCB1-2C9AD251368E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F6BDE-14C4-4EBA-A112-9AD1D9CF6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756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9F6BDE-14C4-4EBA-A112-9AD1D9CF6C4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425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041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34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00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04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6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550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52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843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93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48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C62C1-556E-47CA-9663-8CF754106D48}" type="datetimeFigureOut">
              <a:rPr lang="zh-CN" altLang="en-US" smtClean="0"/>
              <a:t>2020/11/21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B30CB-8B94-4AAB-B1C9-B858731A2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72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0091" y="2163512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讲解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371583"/>
            <a:ext cx="9144000" cy="1655762"/>
          </a:xfrm>
        </p:spPr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叶沛瀚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378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1325563"/>
          </a:xfrm>
        </p:spPr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搜索的定义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11518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什么是搜索？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简单来说就是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在一堆东西当中找你需要的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东西，比如在迷宫内求从起点到终点的最短路径长度。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具体来说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穷举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一个问题解空间的部分或所有的可能情况，从而求出问题的解的一种方法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。相关算法有枚举，深搜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(DFS)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，广搜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(BFS)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300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0"/>
            <a:ext cx="10515600" cy="1325563"/>
          </a:xfrm>
        </p:spPr>
        <p:txBody>
          <a:bodyPr/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DFS(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深度优先搜索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9560" y="1325563"/>
            <a:ext cx="5410200" cy="4866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深度优先搜索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属于图算法的一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其过程即：从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某一个状态开始，不断地转移状态直到无法转移为止，然后回退到前一步状态，继续转移到其他状态，如此不断重复，直到找到最终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解。</a:t>
            </a: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深搜的步骤可分为：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递归下去 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回溯上来。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直到到达目标。而理解递归和回溯也是理解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的关键。</a:t>
            </a:r>
            <a:endParaRPr lang="zh-CN" altLang="en-US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760" y="0"/>
            <a:ext cx="649224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6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39825"/>
            <a:ext cx="10210800" cy="4351338"/>
          </a:xfrm>
        </p:spPr>
        <p:txBody>
          <a:bodyPr>
            <a:normAutofit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函数中再次调用该函数自身的行为，而这样的函数也叫做递归函数</a:t>
            </a:r>
            <a:r>
              <a:rPr lang="zh-CN" altLang="en-US" sz="2800" noProof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noProof="1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递归函数需要边界条件结束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递归。</a:t>
            </a:r>
            <a:endParaRPr lang="en-US" altLang="zh-CN" sz="2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比如斐波那契数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en-US" altLang="zh-CN" dirty="0"/>
              <a:t>0, 1, 1, 2, 3, 5…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个数可使用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递归函数。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296" y="3571632"/>
            <a:ext cx="3823811" cy="22555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89" y="3315494"/>
            <a:ext cx="4936807" cy="284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71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回溯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回溯法从问题本身出发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寻找可能实现的所有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情况。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回溯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和枚举的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思想相近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但不同在于枚举是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将所有的情况都列举出来以后再一一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筛选。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回溯法在列举过程如果发现当前情况根本不可能存在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就停止后续的所有工作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返回上一步进行新的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尝试。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回溯是一种算法思想，它是通过用递归这一算法结构来实现的。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42002" y="3244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佐原ミズ</a:t>
            </a:r>
          </a:p>
        </p:txBody>
      </p:sp>
      <p:sp>
        <p:nvSpPr>
          <p:cNvPr id="5" name="矩形 4"/>
          <p:cNvSpPr/>
          <p:nvPr/>
        </p:nvSpPr>
        <p:spPr>
          <a:xfrm>
            <a:off x="5542002" y="3244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佐原ミズ</a:t>
            </a:r>
          </a:p>
        </p:txBody>
      </p:sp>
    </p:spTree>
    <p:extLst>
      <p:ext uri="{BB962C8B-B14F-4D97-AF65-F5344CB8AC3E}">
        <p14:creationId xmlns:p14="http://schemas.microsoft.com/office/powerpoint/2010/main" val="345280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655320"/>
            <a:ext cx="6126480" cy="5521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例子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：四皇后</a:t>
            </a: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sz="4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的棋盘上每行、每列有且只有一个，每条对角线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包括两条主对角线的所有平行线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上至多有一个棋子的摆放4个皇后棋子，一共有多少种方案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xmlns="" id="{5138215B-AA91-4A7D-B475-99A0F209C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809" y="796705"/>
            <a:ext cx="4048200" cy="346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975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655320"/>
            <a:ext cx="6126480" cy="5521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例子：八皇后问题</a:t>
            </a:r>
            <a:endParaRPr lang="en-US" altLang="zh-CN" sz="4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有八个皇后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可以当成八个棋子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8*8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的棋盘中放置八个皇后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使得任意两个皇后都不在同一条横线、纵线或者斜线上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出所有不同摆放方法的个数并打印各个方案。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 descr="http://data.biancheng.net/uploads/allimg/170905/2-1FZ51030001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88" y="845820"/>
            <a:ext cx="3619783" cy="363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7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从棋盘的第一行开始，从第一个位置开始，依次判断当前位置是否能够放置皇后，判断的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依据为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：同该行之前的所有行中皇后的所在位置进行比较，如果在同一列，或者在同一条斜线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斜线有两条，为正方形的两个对角线），都不符合要求，继续检验后序的位置。</a:t>
            </a: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如果该行所有位置都不符合要求，则回溯到前一行，改变皇后的位置，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继续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如果搜索到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最后一行，所有皇后摆放完毕，则直接打印出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8*8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的棋盘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。并将棋盘恢复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原样，避免影响下一次摆放。</a:t>
            </a:r>
          </a:p>
        </p:txBody>
      </p:sp>
    </p:spTree>
    <p:extLst>
      <p:ext uri="{BB962C8B-B14F-4D97-AF65-F5344CB8AC3E}">
        <p14:creationId xmlns:p14="http://schemas.microsoft.com/office/powerpoint/2010/main" val="44334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56320" y="380365"/>
            <a:ext cx="1630680" cy="381635"/>
          </a:xfrm>
        </p:spPr>
        <p:txBody>
          <a:bodyPr>
            <a:no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题解代码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240" y="1901225"/>
            <a:ext cx="6678440" cy="4327557"/>
          </a:xfrm>
          <a:prstGeom prst="rect">
            <a:avLst/>
          </a:prstGeom>
        </p:spPr>
      </p:pic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775"/>
            <a:ext cx="5730240" cy="5948007"/>
          </a:xfrm>
        </p:spPr>
      </p:pic>
    </p:spTree>
    <p:extLst>
      <p:ext uri="{BB962C8B-B14F-4D97-AF65-F5344CB8AC3E}">
        <p14:creationId xmlns:p14="http://schemas.microsoft.com/office/powerpoint/2010/main" val="366114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9639" y="-30480"/>
            <a:ext cx="10515600" cy="1325563"/>
          </a:xfrm>
        </p:spPr>
        <p:txBody>
          <a:bodyPr/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BFS(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广度优先搜索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325563"/>
            <a:ext cx="5638800" cy="50749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广搜与深搜不同。深搜是深度优先，一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条路走到底，不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成功则返回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一路口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然后就选择下一条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岔路。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广搜在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面临一个路口时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，将所有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的岔路口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都标记存储起来，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然后选择其中一个进入，然后将它的分路情况记录下来，然后再返回来进入另外一个岔路，并重复这样的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问题时使用的是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广搜的关键点在于状态的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设计选取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标记。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状态的选取需要用到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队列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439" y="0"/>
            <a:ext cx="6004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4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中的队列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队列是一种特殊的线性表，特殊之处在于它只允许在表的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前端进行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删除操作，而在表的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后端进行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插入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操作，即“先进先出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使用时需要头文件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include&lt;queue&gt;</a:t>
            </a: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一个队列：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queue&lt;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q;</a:t>
            </a: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入队：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q.push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出队：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q.pop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获得队首元素：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q.front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判断队列是否为空：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q.empty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586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03762"/>
            <a:ext cx="10515600" cy="1033367"/>
          </a:xfrm>
        </p:spPr>
        <p:txBody>
          <a:bodyPr>
            <a:no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例题：走出迷宫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牛客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b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链接：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://ac.nowcoder.com/acm/problem/14572</a:t>
            </a:r>
            <a:b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29553"/>
            <a:ext cx="5723965" cy="5405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小明现在在玩一个游戏，游戏来到了教学关卡，迷宫是一个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N*M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的矩阵。 </a:t>
            </a:r>
          </a:p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小明的起点在地图中用“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来表示，终点用“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来表示，障碍物用“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来表示，空地用“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来表示。 </a:t>
            </a:r>
          </a:p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障碍物不能通过。小明如果现在在点（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）处，那么下一步只能走到相邻的四个格子中的某一个：（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x+1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x-1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y+1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y-1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 </a:t>
            </a:r>
          </a:p>
          <a:p>
            <a:pPr marL="0" indent="0"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题目给定地图大小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，并输出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列的字符表示地图。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明想要知道，现在他能否从起点走到终点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198659" y="1564125"/>
            <a:ext cx="4845424" cy="302638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endParaRPr kumimoji="0" lang="en-US" altLang="zh-CN" sz="3600" b="0" i="0" u="none" strike="noStrike" cap="none" normalizeH="0" baseline="0" dirty="0" smtClean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600" b="0" i="0" u="none" strike="noStrike" cap="none" normalizeH="0" baseline="0" dirty="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3 3 </a:t>
            </a:r>
            <a:endParaRPr kumimoji="0" lang="en-US" altLang="zh-CN" sz="3600" b="0" i="0" u="none" strike="noStrike" cap="none" normalizeH="0" baseline="0" dirty="0" smtClean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600" b="0" i="0" u="none" strike="noStrike" cap="none" normalizeH="0" baseline="0" dirty="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S..</a:t>
            </a:r>
            <a:endParaRPr kumimoji="0" lang="en-US" altLang="zh-CN" sz="3600" b="0" i="0" u="none" strike="noStrike" cap="none" normalizeH="0" baseline="0" dirty="0" smtClean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600" b="0" i="0" u="none" strike="noStrike" cap="none" normalizeH="0" baseline="0" dirty="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..E </a:t>
            </a:r>
            <a:endParaRPr kumimoji="0" lang="en-US" altLang="zh-CN" sz="3600" b="0" i="0" u="none" strike="noStrike" cap="none" normalizeH="0" baseline="0" dirty="0" smtClean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3600" b="0" i="0" u="none" strike="noStrike" cap="none" normalizeH="0" baseline="0" dirty="0" smtClean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effectLst/>
                <a:latin typeface="Arial Unicode MS" panose="020B0604020202020204" pitchFamily="34" charset="-122"/>
                <a:ea typeface="Courier"/>
              </a:rPr>
              <a:t>.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10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题目思路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，只回答是否能够到达终点，用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都可以写。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，状态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设计，如何存储？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一步的状态有两个变量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，状态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如何转移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状态转移方式有上下左右四种。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用队列将满足转移条件的下一个状态存储起来，同时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记录该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位置已被访问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过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vis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。搜索到该状态时将其弹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，并重复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上述步骤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直到到达终点或所有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可能的状态都搜索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过即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队列为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空。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307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54454" y="-21515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题解代码：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94" y="295835"/>
            <a:ext cx="5264106" cy="6454589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541" y="1273810"/>
            <a:ext cx="5513795" cy="555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2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Catch That Cow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(POJ—3278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农夫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知道一头牛的位置，想要抓住它。农夫和牛都位于数轴上，农夫起始于点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0≤N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≤1e5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）牛位于点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0≤N≤1e5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）。农夫有两种移动方式：</a:t>
            </a: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X+1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，每次移动花费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一分钟。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，每次移动花费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一分钟。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假设牛站在原地不动，农夫最少要花多少时间才能抓住牛。</a:t>
            </a: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给定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最短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8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题目思路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，问题求最短时间即最短路问题，故用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，状态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设计，如何存储？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一步的状态有两个变量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，农夫的位置所花时间。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，状态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如何转移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转移后的状态有三种：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x+1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x-1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将满足转移条件的下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一个状态存储起来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，同时记录该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所花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以及该位置已被访问过。搜索的时候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将该状态弹出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，而后重复上述步骤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直到到达终点，之后输出到达终点所花的时间。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889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71012" y="136525"/>
            <a:ext cx="2658035" cy="495487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题解代码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468035" cy="6763871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334" y="1954585"/>
            <a:ext cx="5625389" cy="255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7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非递归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的搜索顺序是先进后出与栈相同，因此可以用栈实现非递归版本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写法与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。是先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定义一个栈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然后找到与最先出发点的所有邻接点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将他们入栈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同时标记这些点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已被访问过。后面先是栈顶元素出栈重复上述步骤直至栈空。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112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49378" y="1575036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flipH="1">
            <a:off x="1249378" y="5341545"/>
            <a:ext cx="274622" cy="685800"/>
          </a:xfrm>
        </p:spPr>
        <p:txBody>
          <a:bodyPr/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948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1372</Words>
  <Application>Microsoft Office PowerPoint</Application>
  <PresentationFormat>宽屏</PresentationFormat>
  <Paragraphs>94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 Unicode MS</vt:lpstr>
      <vt:lpstr>Courier</vt:lpstr>
      <vt:lpstr>宋体</vt:lpstr>
      <vt:lpstr>微软雅黑</vt:lpstr>
      <vt:lpstr>Arial</vt:lpstr>
      <vt:lpstr>Calibri</vt:lpstr>
      <vt:lpstr>Calibri Light</vt:lpstr>
      <vt:lpstr>Office 主题</vt:lpstr>
      <vt:lpstr>DFS，BFS讲解 </vt:lpstr>
      <vt:lpstr>搜索的定义</vt:lpstr>
      <vt:lpstr>DFS(深度优先搜索)</vt:lpstr>
      <vt:lpstr>递归</vt:lpstr>
      <vt:lpstr>回溯</vt:lpstr>
      <vt:lpstr>PowerPoint 演示文稿</vt:lpstr>
      <vt:lpstr>PowerPoint 演示文稿</vt:lpstr>
      <vt:lpstr>解题思路：</vt:lpstr>
      <vt:lpstr>题解代码</vt:lpstr>
      <vt:lpstr>BFS(广度优先搜索)</vt:lpstr>
      <vt:lpstr>回顾STL中的队列</vt:lpstr>
      <vt:lpstr>例题：走出迷宫(牛客) 链接：https://ac.nowcoder.com/acm/problem/14572 </vt:lpstr>
      <vt:lpstr>题目思路</vt:lpstr>
      <vt:lpstr>题解代码：</vt:lpstr>
      <vt:lpstr>例题2：Catch That Cow (POJ—3278)</vt:lpstr>
      <vt:lpstr>题目思路</vt:lpstr>
      <vt:lpstr>题解代码</vt:lpstr>
      <vt:lpstr>DFS非递归</vt:lpstr>
      <vt:lpstr>感谢观看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DFS，BFS讲解 </dc:title>
  <dc:creator>叶贝壳</dc:creator>
  <cp:lastModifiedBy>叶贝壳</cp:lastModifiedBy>
  <cp:revision>92</cp:revision>
  <dcterms:created xsi:type="dcterms:W3CDTF">2020-09-23T11:45:35Z</dcterms:created>
  <dcterms:modified xsi:type="dcterms:W3CDTF">2020-11-21T06:20:41Z</dcterms:modified>
</cp:coreProperties>
</file>